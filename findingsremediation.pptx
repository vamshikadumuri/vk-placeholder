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CONFIRM BEFORE PRESENTING:
1. Baseline block rate (XX%) — pending from Daro. Also ask how it was measured (their testing vs our garak re-run).
2. Confirm Daro is comfortable with the finding and the 99%+ figure appearing in this deck.
3. If we have a post-fix garak re-run on IDA Voicebot, use our number and change the caption to independent verification.
TALK TRACK: eight block categories already existed; red teaming found the gap none of them covered, because our probes are long and complex. One precisely targeted control was added as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Findings to Remediation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24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 findings are driving control changes in applications and in the guardrail layer itself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1907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Voicebot  ·  finding to verified fix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818120" y="1719072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assurance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377440"/>
            <a:ext cx="256032" cy="256032"/>
          </a:xfrm>
          <a:prstGeom prst="ellipse">
            <a:avLst/>
          </a:prstGeom>
          <a:solidFill>
            <a:srgbClr val="A6192E"/>
          </a:solidFill>
          <a:ln w="6350">
            <a:solidFill>
              <a:srgbClr val="A619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96696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219456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6392" y="2377440"/>
            <a:ext cx="256032" cy="256032"/>
          </a:xfrm>
          <a:prstGeom prst="ellipse">
            <a:avLst/>
          </a:prstGeom>
          <a:solidFill>
            <a:srgbClr val="A6192E"/>
          </a:solidFill>
          <a:ln w="6350">
            <a:solidFill>
              <a:srgbClr val="A619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36392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219456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05272" y="2377440"/>
            <a:ext cx="256032" cy="256032"/>
          </a:xfrm>
          <a:prstGeom prst="ellipse">
            <a:avLst/>
          </a:prstGeom>
          <a:solidFill>
            <a:srgbClr val="A6192E"/>
          </a:solidFill>
          <a:ln w="6350">
            <a:solidFill>
              <a:srgbClr val="A619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05272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34456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42032" y="3364992"/>
            <a:ext cx="402336" cy="274320"/>
          </a:xfrm>
          <a:prstGeom prst="rightArrow">
            <a:avLst/>
          </a:prstGeom>
          <a:solidFill>
            <a:srgbClr val="A6192E"/>
          </a:solidFill>
          <a:ln w="6350">
            <a:solidFill>
              <a:srgbClr val="A619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0912" y="3364992"/>
            <a:ext cx="402336" cy="274320"/>
          </a:xfrm>
          <a:prstGeom prst="rightArrow">
            <a:avLst/>
          </a:prstGeom>
          <a:solidFill>
            <a:srgbClr val="A6192E"/>
          </a:solidFill>
          <a:ln w="6350">
            <a:solidFill>
              <a:srgbClr val="A619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2816352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complex multi-step instruction chains bypassed the existing prompt-injection filters.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429768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by garak static probing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2816352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team added a dedicated block category for irrelevant / complex multi-step tasks — the 9th rule in their injection layer.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136392" y="429768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 the probe pattern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605272" y="276148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5605272" y="3438144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malicious prompts now blocked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05272" y="429768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XX% pre-remediation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956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the use case team following remediation  ·  independent re-run to be scheduled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18120" y="2194560"/>
            <a:ext cx="3867912" cy="1234440"/>
          </a:xfrm>
          <a:prstGeom prst="roundRect">
            <a:avLst>
              <a:gd name="adj" fmla="val 4444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01000" y="2340864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Guardrail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263347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teamed with garak to evaluate the control itself — assurance now applied to the guardrail layer, not only to applications.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18120" y="3611880"/>
            <a:ext cx="3867912" cy="1234440"/>
          </a:xfrm>
          <a:prstGeom prst="roundRect">
            <a:avLst>
              <a:gd name="adj" fmla="val 4444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01000" y="3758184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Model Armor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01000" y="405079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requested by ISS (pen testing) — second-line security consuming red teaming as a service.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557784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closed: a finding produced a shipped control, and coverage now extends to the guardrails that protect every use case.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2026-09-03T11:15:47Z</dcterms:created>
  <dcterms:modified xsi:type="dcterms:W3CDTF">2026-09-03T11:15:47Z</dcterms:modified>
</cp:coreProperties>
</file>