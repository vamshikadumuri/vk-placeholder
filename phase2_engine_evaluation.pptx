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SLIDE EXISTS: pre-empts "why aren't we buying this?" and shows the Phase 2 choice is open, not predetermined.
SANTANDER — github.com/SantanderAI, Banco Santander AI Lab, Apache-2.0, published mid-2026. The autoguardrails repo reads a policy.md and evolves adversarial prompts that violate each clause, ranked by severity. Same policy-to-probe pattern as our Assumptions slide, from a peer bank. Free to trial.
RED HAT — OpenShift AI 3.4 integrates garak into its evaluation stack; Chatterbox Labs (acquired Dec 2025) adds agent adversarial testing and MCP injection detection. Closest to what we run today, so lowest migration cost.
F5 — note we red team F5 Guardrail as a control AND F5 AI Red Team is a candidate tool. Be ready for the independence question.
NON-ENGLISH criterion comes from HK stakeholder feedback (manual evaluations today because coverage is English-only).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Engine Evaluation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to be assessed in Q4 2026 — PyRIT is the baseline they have to beat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664208"/>
            <a:ext cx="2624328" cy="1965960"/>
          </a:xfrm>
          <a:prstGeom prst="roundRect">
            <a:avLst>
              <a:gd name="adj" fmla="val 2791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18105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06654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AIRS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45059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 Alto's AI security platform. Already named in our Phase 2 assumptions.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55848" y="1664208"/>
            <a:ext cx="2624328" cy="1965960"/>
          </a:xfrm>
          <a:prstGeom prst="roundRect">
            <a:avLst>
              <a:gd name="adj" fmla="val 2791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8105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06654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AI Red Team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45059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F5 AI Guardrails. We already red team F5 Guardrail, so we know the product.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664208"/>
            <a:ext cx="2624328" cy="1965960"/>
          </a:xfrm>
          <a:prstGeom prst="roundRect">
            <a:avLst>
              <a:gd name="adj" fmla="val 2791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73368" y="18105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373368" y="206654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Hat 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73368" y="245059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Productises garak in OpenShift AI, plus Chatterbox Labs for agent and MCP attack testing.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61704" y="1664208"/>
            <a:ext cx="2624328" cy="1965960"/>
          </a:xfrm>
          <a:prstGeom prst="roundRect">
            <a:avLst>
              <a:gd name="adj" fmla="val 2791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26296" y="1810512"/>
            <a:ext cx="2295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· PEER BANK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066544"/>
            <a:ext cx="2295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Santander autoguardrails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245059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from Santander AI Lab. Evolves attacks against a policy document — our model, already built.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385876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Assessed against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02920" y="4261104"/>
            <a:ext cx="2090318" cy="9144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" y="437083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gaps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" y="4645152"/>
            <a:ext cx="1797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rows garak and PyRIT cannot reach today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76118" y="4261104"/>
            <a:ext cx="2090318" cy="9144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22422" y="437083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&amp; MCP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922422" y="4645152"/>
            <a:ext cx="1797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 and MCP scenario coverage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49317" y="4261104"/>
            <a:ext cx="2090318" cy="9144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95621" y="437083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Non-English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195621" y="4645152"/>
            <a:ext cx="1797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 and Cantonese for HK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22515" y="4261104"/>
            <a:ext cx="2090318" cy="9144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68819" y="437083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7468819" y="4645152"/>
            <a:ext cx="1797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Marketplace API and ALAN attestation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595714" y="4261104"/>
            <a:ext cx="2090318" cy="914400"/>
          </a:xfrm>
          <a:prstGeom prst="roundRect">
            <a:avLst>
              <a:gd name="adj" fmla="val 6000"/>
            </a:avLst>
          </a:prstGeom>
          <a:solidFill>
            <a:srgbClr val="FBF8F3"/>
          </a:solidFill>
          <a:ln w="9525">
            <a:solidFill>
              <a:srgbClr val="DCD2C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742018" y="4370832"/>
            <a:ext cx="1797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run-time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9742018" y="4645152"/>
            <a:ext cx="17977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our 4–6 hr dedicated-quota run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5532120"/>
            <a:ext cx="11183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to ISS / Governance by Q4 2026. No option is adopted unless it beats PyRIT on coverage or effort.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2026-09-07T09:19:07Z</dcterms:created>
  <dcterms:modified xsi:type="dcterms:W3CDTF">2026-09-07T09:19:07Z</dcterms:modified>
</cp:coreProperties>
</file>