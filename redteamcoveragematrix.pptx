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matrix: assets down, quarters across. Two marks in one row = two red team rounds on the same asset. Eight engagements across six assets, Q1 2025 to Q2 2026. Note the Q2 2025 column is empty — first cadence gap. Bottom two rows are placeholders for pipeline; replace with real assets. Channel labels (conversational AI / digital assistant / voice) are inferred —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A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Teamed Business Use Cases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coverage and cadence across Singapore and Hong Kong — delivered rounds and forward pipeline.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47088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 DELIVERED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322244" y="14447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3322244" y="1847088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UNDER ASSURANCE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39364" y="1481328"/>
            <a:ext cx="9144" cy="566928"/>
          </a:xfrm>
          <a:prstGeom prst="rect">
            <a:avLst/>
          </a:prstGeom>
          <a:solidFill>
            <a:srgbClr val="E3DBD3"/>
          </a:solidFill>
          <a:ln w="6350">
            <a:solidFill>
              <a:srgbClr val="E3DB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5848" y="14447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6095848" y="1847088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 ·  SG &amp; HK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12968" y="1481328"/>
            <a:ext cx="9144" cy="566928"/>
          </a:xfrm>
          <a:prstGeom prst="rect">
            <a:avLst/>
          </a:prstGeom>
          <a:solidFill>
            <a:srgbClr val="E3DBD3"/>
          </a:solidFill>
          <a:ln w="6350">
            <a:solidFill>
              <a:srgbClr val="E3DB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451" y="14447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8869451" y="1847088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SUSTAINED CADENCE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571" y="1481328"/>
            <a:ext cx="9144" cy="566928"/>
          </a:xfrm>
          <a:prstGeom prst="rect">
            <a:avLst/>
          </a:prstGeom>
          <a:solidFill>
            <a:srgbClr val="E3DBD3"/>
          </a:solidFill>
          <a:ln w="6350">
            <a:solidFill>
              <a:srgbClr val="E3DB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2157984"/>
            <a:ext cx="408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80" kern="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558888" y="2157984"/>
            <a:ext cx="408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80" kern="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395728"/>
            <a:ext cx="1021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495762" y="2395728"/>
            <a:ext cx="1021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516804" y="2395728"/>
            <a:ext cx="1021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537846" y="2395728"/>
            <a:ext cx="1021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558888" y="2395728"/>
            <a:ext cx="1021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579930" y="2395728"/>
            <a:ext cx="1021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600971" y="2395728"/>
            <a:ext cx="1021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622013" y="2395728"/>
            <a:ext cx="1021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2670048"/>
            <a:ext cx="11094415" cy="10973"/>
          </a:xfrm>
          <a:prstGeom prst="rect">
            <a:avLst/>
          </a:prstGeom>
          <a:solidFill>
            <a:srgbClr val="E3DBD3"/>
          </a:solidFill>
          <a:ln w="6350">
            <a:solidFill>
              <a:srgbClr val="E3DB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2724912"/>
            <a:ext cx="11094415" cy="402336"/>
          </a:xfrm>
          <a:prstGeom prst="rect">
            <a:avLst/>
          </a:prstGeom>
          <a:solidFill>
            <a:srgbClr val="F1ECE5"/>
          </a:solidFill>
          <a:ln w="6350">
            <a:solidFill>
              <a:srgbClr val="F1EC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529584"/>
            <a:ext cx="11094415" cy="402336"/>
          </a:xfrm>
          <a:prstGeom prst="rect">
            <a:avLst/>
          </a:prstGeom>
          <a:solidFill>
            <a:srgbClr val="F1ECE5"/>
          </a:solidFill>
          <a:ln w="6350">
            <a:solidFill>
              <a:srgbClr val="F1EC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334256"/>
            <a:ext cx="11094415" cy="402336"/>
          </a:xfrm>
          <a:prstGeom prst="rect">
            <a:avLst/>
          </a:prstGeom>
          <a:solidFill>
            <a:srgbClr val="F1ECE5"/>
          </a:solidFill>
          <a:ln w="6350">
            <a:solidFill>
              <a:srgbClr val="F1EC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138928"/>
            <a:ext cx="11094415" cy="402336"/>
          </a:xfrm>
          <a:prstGeom prst="rect">
            <a:avLst/>
          </a:prstGeom>
          <a:solidFill>
            <a:srgbClr val="F1ECE5"/>
          </a:solidFill>
          <a:ln w="6350">
            <a:solidFill>
              <a:srgbClr val="F1EC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58888" y="2395728"/>
            <a:ext cx="9144" cy="3547872"/>
          </a:xfrm>
          <a:prstGeom prst="rect">
            <a:avLst/>
          </a:prstGeom>
          <a:solidFill>
            <a:srgbClr val="E3DBD3"/>
          </a:solidFill>
          <a:ln w="6350">
            <a:solidFill>
              <a:srgbClr val="E3DB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9999" y="2395728"/>
            <a:ext cx="23774" cy="3547872"/>
          </a:xfrm>
          <a:prstGeom prst="rect">
            <a:avLst/>
          </a:prstGeom>
          <a:solidFill>
            <a:srgbClr val="BE8590"/>
          </a:solidFill>
          <a:ln w="6350">
            <a:solidFill>
              <a:srgbClr val="BE85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85241" y="2916022"/>
            <a:ext cx="5105209" cy="20117"/>
          </a:xfrm>
          <a:prstGeom prst="rect">
            <a:avLst/>
          </a:prstGeom>
          <a:solidFill>
            <a:srgbClr val="D9BCC2"/>
          </a:solidFill>
          <a:ln w="6350">
            <a:solidFill>
              <a:srgbClr val="D9BCC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276148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Joybot (SG)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295351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90" kern="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889229" y="2830068"/>
            <a:ext cx="192024" cy="192024"/>
          </a:xfrm>
          <a:prstGeom prst="ellipse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94438" y="2830068"/>
            <a:ext cx="192024" cy="192024"/>
          </a:xfrm>
          <a:prstGeom prst="ellipse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27325" y="3318358"/>
            <a:ext cx="3063126" cy="20117"/>
          </a:xfrm>
          <a:prstGeom prst="rect">
            <a:avLst/>
          </a:prstGeom>
          <a:solidFill>
            <a:srgbClr val="D9BCC2"/>
          </a:solidFill>
          <a:ln w="6350">
            <a:solidFill>
              <a:srgbClr val="D9BCC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8368" y="316382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Digibot (SG)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35584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90" kern="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ASSISTANT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931313" y="3232404"/>
            <a:ext cx="192024" cy="192024"/>
          </a:xfrm>
          <a:prstGeom prst="ellipse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94438" y="3232404"/>
            <a:ext cx="192024" cy="192024"/>
          </a:xfrm>
          <a:prstGeom prst="ellipse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8368" y="356616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Joybot (HK)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758184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90" kern="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952355" y="3634740"/>
            <a:ext cx="192024" cy="192024"/>
          </a:xfrm>
          <a:prstGeom prst="ellipse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8368" y="396849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3.0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416052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90" kern="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973397" y="4037076"/>
            <a:ext cx="192024" cy="192024"/>
          </a:xfrm>
          <a:prstGeom prst="ellipse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8368" y="437083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Digibot (HK)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58368" y="4562856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90" kern="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ASSISTANT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973397" y="4439412"/>
            <a:ext cx="192024" cy="192024"/>
          </a:xfrm>
          <a:prstGeom prst="ellipse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58368" y="477316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Voicebot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496519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90" kern="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973397" y="4841748"/>
            <a:ext cx="192024" cy="192024"/>
          </a:xfrm>
          <a:prstGeom prst="ellipse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8368" y="517550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asset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5367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90" kern="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0015480" y="5244084"/>
            <a:ext cx="192024" cy="192024"/>
          </a:xfrm>
          <a:prstGeom prst="ellipse">
            <a:avLst/>
          </a:prstGeom>
          <a:solidFill>
            <a:srgbClr val="F8F6F3"/>
          </a:solidFill>
          <a:ln w="19050">
            <a:solidFill>
              <a:srgbClr val="6B213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58368" y="557784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asset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658368" y="5769864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90" kern="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1036522" y="5646420"/>
            <a:ext cx="192024" cy="192024"/>
          </a:xfrm>
          <a:prstGeom prst="ellipse">
            <a:avLst/>
          </a:prstGeom>
          <a:solidFill>
            <a:srgbClr val="F8F6F3"/>
          </a:solidFill>
          <a:ln w="19050">
            <a:solidFill>
              <a:srgbClr val="6B213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8640" y="5943600"/>
            <a:ext cx="11094415" cy="10973"/>
          </a:xfrm>
          <a:prstGeom prst="rect">
            <a:avLst/>
          </a:prstGeom>
          <a:solidFill>
            <a:srgbClr val="E3DBD3"/>
          </a:solidFill>
          <a:ln w="6350">
            <a:solidFill>
              <a:srgbClr val="E3DBD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8368" y="6167628"/>
            <a:ext cx="137160" cy="137160"/>
          </a:xfrm>
          <a:prstGeom prst="ellipse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86968" y="6126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delivered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606040" y="6167628"/>
            <a:ext cx="137160" cy="137160"/>
          </a:xfrm>
          <a:prstGeom prst="ellipse">
            <a:avLst/>
          </a:prstGeom>
          <a:solidFill>
            <a:srgbClr val="F8F6F3"/>
          </a:solidFill>
          <a:ln w="19050">
            <a:solidFill>
              <a:srgbClr val="6B213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2834640" y="6126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pipeline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224528" y="6153912"/>
            <a:ext cx="23774" cy="164592"/>
          </a:xfrm>
          <a:prstGeom prst="rect">
            <a:avLst/>
          </a:prstGeom>
          <a:solidFill>
            <a:srgbClr val="BE8590"/>
          </a:solidFill>
          <a:ln w="6350">
            <a:solidFill>
              <a:srgbClr val="BE859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389120" y="6126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Q3 2026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E3DBD3"/>
          </a:solidFill>
          <a:ln w="6350">
            <a:solidFill>
              <a:srgbClr val="E3DBD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943600" y="6547104"/>
            <a:ext cx="5699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 TEAMING   ·   ENTERPRISE DATA PLATFORM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2026-08-28T03:47:45Z</dcterms:created>
  <dcterms:modified xsi:type="dcterms:W3CDTF">2026-08-28T03:47:45Z</dcterms:modified>
</cp:coreProperties>
</file>